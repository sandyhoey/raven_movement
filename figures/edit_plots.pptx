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54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1E872-42FF-33AC-581F-B6D9536B83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92BCA2-A132-592A-2E41-B552AB91BA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7C4C35-5151-2B52-473F-986CF0131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57551-51E6-461E-8289-1C3752ED2C25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A916E7-9735-BF8F-A2D5-462429B5A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2C26B5-7A53-1BF1-9B73-592BC6202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D9E68-C723-4C32-BF3F-46F8D687B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424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668AE-3B11-23B2-3524-5F487D429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20E38-43D4-D4AB-87F2-D79B5EA1D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BC81F-BEF9-7DF6-B5C2-090DD2878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57551-51E6-461E-8289-1C3752ED2C25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9771A-4FAA-E5E7-2D37-02DCCF202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54877-3377-9171-5D37-40B50347F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D9E68-C723-4C32-BF3F-46F8D687B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788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AE6C1-FEE6-5835-1FA1-2AF0C7B2C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2DD16C-4FD1-2BBF-78E4-0BC56F2756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FB298-01AB-BCE5-06A5-FF7868454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57551-51E6-461E-8289-1C3752ED2C25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B1DC10-CF39-ABFE-64DA-DFD61D6C2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E95774-6B94-F1AC-AE21-EF0CA0EAD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D9E68-C723-4C32-BF3F-46F8D687B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30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AA267-4550-94F2-C06A-2A3BF5F6F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8B728-B22D-7C2F-5E54-FED447C6A8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FDE512-EAB7-08D7-5EB2-E9ADEAD990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29CCFD-DF8A-3BF0-A764-9617DD029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57551-51E6-461E-8289-1C3752ED2C25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42F88C-3AE9-ED9F-C7EA-DB6A81BEA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9E4801-D0D1-F878-878D-91A1A4C23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D9E68-C723-4C32-BF3F-46F8D687B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7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FCE19-FE5A-A493-5B60-ADA7ABA5B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342F41-0783-38E3-1B53-FE065FDA6D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DBC451-6972-CE86-3839-50A7B5F588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644028-AC0B-1329-52CA-1825D36356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CA8D72-F020-55CC-9A13-1AE0ACBAD2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24D608-F8E3-5208-9D87-4BE39F372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57551-51E6-461E-8289-1C3752ED2C25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C8818F-24A6-A966-F958-B09A65B9A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B5F1A8-4807-318A-CAD6-CEC159FBB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D9E68-C723-4C32-BF3F-46F8D687B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07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D543E-9F93-DD8F-187F-7F3F23E2A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EEE1BE-C0DC-A3F2-1D8E-3E1CA76B2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57551-51E6-461E-8289-1C3752ED2C25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198BD8-8B69-A152-6241-1EB73283A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9C2463-A789-F2C7-3CA9-1DDA469E2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D9E68-C723-4C32-BF3F-46F8D687B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264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33E756-513B-134E-1785-B3B70C042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57551-51E6-461E-8289-1C3752ED2C25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246FD3-410E-8238-7476-24280C390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C8B464-2D00-A1B6-5334-E8BFB5B51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D9E68-C723-4C32-BF3F-46F8D687B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889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E4D4E-206F-365F-DE7C-5244B2A0E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F3731-EDFA-B267-0E85-99C3764C8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A6D2A2-6E69-7149-070A-8A6DDECA44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321909-81D2-8CF4-27C7-DF3B28DD8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57551-51E6-461E-8289-1C3752ED2C25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88FB27-30E2-5145-011F-D3CE1CA61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973F84-51A9-4EDB-A33D-500289340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D9E68-C723-4C32-BF3F-46F8D687B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528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9B870-83D7-DB4F-DA90-C7DC397AD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D5A3F4-5B14-4EB7-82C0-FCC55D54DD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4CDAC6-94A7-B4AC-C19D-77ED6F4618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689BEB-B1C1-203D-EB96-807AF15E4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57551-51E6-461E-8289-1C3752ED2C25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EBA87B-E4A6-CF62-8BED-93F2C2062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3740C3-19B9-D912-BC31-5A51E2942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D9E68-C723-4C32-BF3F-46F8D687B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372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088C3-63F8-C937-2679-2DA46DDFF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4ACFBE-376D-D25B-9E3E-7027968F39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15366-EAA2-B2EE-7C72-45B1D394E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57551-51E6-461E-8289-1C3752ED2C25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DA5A6-BC90-15AE-1823-1F0A1570F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59E02-FD7A-A733-CE1F-3B81ADDE7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D9E68-C723-4C32-BF3F-46F8D687B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377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7F50FE-9969-1323-EBED-FDBFAA1766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20862E-B73F-2533-081E-CE11A8BC52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9608E7-AE4F-7326-6370-D8BF2729B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57551-51E6-461E-8289-1C3752ED2C25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3BE019-2B3F-0876-C584-325D46873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21F52-FB5D-9FDD-8BFB-243E3EC69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D9E68-C723-4C32-BF3F-46F8D687B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285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247025-D124-AC44-D792-16CF8E202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FDE700-DD8C-E4BB-4DE0-9080BE8B6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85BEB9-44D7-C546-5DCD-2BE27CE537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E57551-51E6-461E-8289-1C3752ED2C25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A4206-2072-D7AC-BCC9-10B414D698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37E41-90C5-562A-7EA3-4CFA67B108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DD9E68-C723-4C32-BF3F-46F8D687B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925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6A2EB6E3-DD57-F8E9-0A3F-26A055D994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75" t="8285"/>
          <a:stretch>
            <a:fillRect/>
          </a:stretch>
        </p:blipFill>
        <p:spPr>
          <a:xfrm>
            <a:off x="18790" y="206679"/>
            <a:ext cx="6246606" cy="4939012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E49B80EC-8E94-D744-98C3-2089F98A0D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3003"/>
          <a:stretch>
            <a:fillRect/>
          </a:stretch>
        </p:blipFill>
        <p:spPr>
          <a:xfrm>
            <a:off x="6265396" y="5056"/>
            <a:ext cx="5926604" cy="510932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37DBCF74-A491-753A-E63A-6FCDD88612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53732" b="90604"/>
          <a:stretch>
            <a:fillRect/>
          </a:stretch>
        </p:blipFill>
        <p:spPr>
          <a:xfrm>
            <a:off x="4678537" y="4889554"/>
            <a:ext cx="3321236" cy="44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994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Cameron Ho</dc:creator>
  <cp:lastModifiedBy>Cameron Ho</cp:lastModifiedBy>
  <cp:revision>12</cp:revision>
  <dcterms:created xsi:type="dcterms:W3CDTF">2026-04-14T17:16:10Z</dcterms:created>
  <dcterms:modified xsi:type="dcterms:W3CDTF">2026-04-18T21:52:41Z</dcterms:modified>
</cp:coreProperties>
</file>