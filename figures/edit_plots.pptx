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2" d="100"/>
          <a:sy n="62" d="100"/>
        </p:scale>
        <p:origin x="76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01E872-42FF-33AC-581F-B6D9536B83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E92BCA2-A132-592A-2E41-B552AB91BA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7C4C35-5151-2B52-473F-986CF01317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57551-51E6-461E-8289-1C3752ED2C25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A916E7-9735-BF8F-A2D5-462429B5A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2C26B5-7A53-1BF1-9B73-592BC6202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D9E68-C723-4C32-BF3F-46F8D687B6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84249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668AE-3B11-23B2-3524-5F487D4292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120E38-43D4-D4AB-87F2-D79B5EA1D2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BBC81F-BEF9-7DF6-B5C2-090DD28780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57551-51E6-461E-8289-1C3752ED2C25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C9771A-4FAA-E5E7-2D37-02DCCF202E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854877-3377-9171-5D37-40B50347FE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D9E68-C723-4C32-BF3F-46F8D687B6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5788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BAE6C1-FEE6-5835-1FA1-2AF0C7B2C5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2DD16C-4FD1-2BBF-78E4-0BC56F2756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7FB298-01AB-BCE5-06A5-FF7868454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57551-51E6-461E-8289-1C3752ED2C25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B1DC10-CF39-ABFE-64DA-DFD61D6C26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E95774-6B94-F1AC-AE21-EF0CA0EAD1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D9E68-C723-4C32-BF3F-46F8D687B6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83060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0AA267-4550-94F2-C06A-2A3BF5F6FC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8B728-B22D-7C2F-5E54-FED447C6A8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FDE512-EAB7-08D7-5EB2-E9ADEAD990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29CCFD-DF8A-3BF0-A764-9617DD0293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57551-51E6-461E-8289-1C3752ED2C25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42F88C-3AE9-ED9F-C7EA-DB6A81BEA4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9E4801-D0D1-F878-878D-91A1A4C23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D9E68-C723-4C32-BF3F-46F8D687B6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773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FCE19-FE5A-A493-5B60-ADA7ABA5B9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342F41-0783-38E3-1B53-FE065FDA6D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1DBC451-6972-CE86-3839-50A7B5F588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2644028-AC0B-1329-52CA-1825D363566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5CA8D72-F020-55CC-9A13-1AE0ACBAD20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224D608-F8E3-5208-9D87-4BE39F372D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57551-51E6-461E-8289-1C3752ED2C25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2C8818F-24A6-A966-F958-B09A65B9A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3B5F1A8-4807-318A-CAD6-CEC159FBB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D9E68-C723-4C32-BF3F-46F8D687B6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3072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6D543E-9F93-DD8F-187F-7F3F23E2A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9EEE1BE-C0DC-A3F2-1D8E-3E1CA76B2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57551-51E6-461E-8289-1C3752ED2C25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198BD8-8B69-A152-6241-1EB73283AA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B9C2463-A789-F2C7-3CA9-1DDA469E2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D9E68-C723-4C32-BF3F-46F8D687B6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12640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33E756-513B-134E-1785-B3B70C0427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57551-51E6-461E-8289-1C3752ED2C25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C246FD3-410E-8238-7476-24280C3905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C8B464-2D00-A1B6-5334-E8BFB5B519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D9E68-C723-4C32-BF3F-46F8D687B6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68894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DE4D4E-206F-365F-DE7C-5244B2A0E3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6F3731-EDFA-B267-0E85-99C3764C8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A6D2A2-6E69-7149-070A-8A6DDECA44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321909-81D2-8CF4-27C7-DF3B28DD8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57551-51E6-461E-8289-1C3752ED2C25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88FB27-30E2-5145-011F-D3CE1CA61F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973F84-51A9-4EDB-A33D-500289340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D9E68-C723-4C32-BF3F-46F8D687B6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5289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9B870-83D7-DB4F-DA90-C7DC397ADF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BD5A3F4-5B14-4EB7-82C0-FCC55D54DDB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4CDAC6-94A7-B4AC-C19D-77ED6F4618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689BEB-B1C1-203D-EB96-807AF15E4E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57551-51E6-461E-8289-1C3752ED2C25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EBA87B-E4A6-CF62-8BED-93F2C20628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3740C3-19B9-D912-BC31-5A51E2942B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D9E68-C723-4C32-BF3F-46F8D687B6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3722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2088C3-63F8-C937-2679-2DA46DDFF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4ACFBE-376D-D25B-9E3E-7027968F39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B15366-EAA2-B2EE-7C72-45B1D394E0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57551-51E6-461E-8289-1C3752ED2C25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EDA5A6-BC90-15AE-1823-1F0A1570F6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559E02-FD7A-A733-CE1F-3B81ADDE7E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D9E68-C723-4C32-BF3F-46F8D687B6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53770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F7F50FE-9969-1323-EBED-FDBFAA1766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20862E-B73F-2533-081E-CE11A8BC52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9608E7-AE4F-7326-6370-D8BF2729B5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57551-51E6-461E-8289-1C3752ED2C25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3BE019-2B3F-0876-C584-325D468734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921F52-FB5D-9FDD-8BFB-243E3EC69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D9E68-C723-4C32-BF3F-46F8D687B6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72850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247025-D124-AC44-D792-16CF8E202B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FDE700-DD8C-E4BB-4DE0-9080BE8B63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85BEB9-44D7-C546-5DCD-2BE27CE537C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E57551-51E6-461E-8289-1C3752ED2C25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7A4206-2072-D7AC-BCC9-10B414D698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537E41-90C5-562A-7EA3-4CFA67B108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5DD9E68-C723-4C32-BF3F-46F8D687B6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79258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6A2EB6E3-DD57-F8E9-0A3F-26A055D994E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575" t="8285"/>
          <a:stretch>
            <a:fillRect/>
          </a:stretch>
        </p:blipFill>
        <p:spPr>
          <a:xfrm>
            <a:off x="18790" y="206679"/>
            <a:ext cx="6246606" cy="4939012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E49B80EC-8E94-D744-98C3-2089F98A0D2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13003"/>
          <a:stretch>
            <a:fillRect/>
          </a:stretch>
        </p:blipFill>
        <p:spPr>
          <a:xfrm>
            <a:off x="6265396" y="5056"/>
            <a:ext cx="5926604" cy="5109320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37DBCF74-A491-753A-E63A-6FCDD886125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53732" b="90604"/>
          <a:stretch>
            <a:fillRect/>
          </a:stretch>
        </p:blipFill>
        <p:spPr>
          <a:xfrm>
            <a:off x="4678537" y="4889554"/>
            <a:ext cx="3321236" cy="4496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79943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050057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0</Words>
  <Application>Microsoft Office PowerPoint</Application>
  <PresentationFormat>Widescreen</PresentationFormat>
  <Paragraphs>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Cameron Ho</dc:creator>
  <cp:lastModifiedBy>Cameron Ho</cp:lastModifiedBy>
  <cp:revision>13</cp:revision>
  <dcterms:created xsi:type="dcterms:W3CDTF">2026-04-14T17:16:10Z</dcterms:created>
  <dcterms:modified xsi:type="dcterms:W3CDTF">2026-04-22T00:14:16Z</dcterms:modified>
</cp:coreProperties>
</file>