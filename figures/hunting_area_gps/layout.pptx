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0" d="100"/>
          <a:sy n="400" d="100"/>
        </p:scale>
        <p:origin x="-12164" y="-14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B967-B5C1-7C7B-FD2A-E791B37D1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A2379-F842-2735-2BBA-0D5B3743D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180BE-A4D8-45DF-15B5-AD50056F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6593-9912-1B2D-3398-CBBB3B800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2C57B-4441-9F99-ED4E-88AE1CD1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245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FAC6D-A921-CD6A-0E71-1BE9F843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8062A-347A-4184-6684-1ABF5A33E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2E125-3BA1-31CE-AA29-536CA4C3B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572B-49F0-D7B6-4DA5-C6957B329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57306-F31F-163C-36B4-9223E150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30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7CE3A-C52E-C709-5324-F07F43A2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253DD-544F-3124-AA6A-D412775B0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51F93-370F-D3D5-0112-B516C7F0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CB2B9-3966-9AB5-6BEC-B3E4AA75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CDE3E-5B3A-51EE-2DF9-CD2E4C3B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00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CCD0-3C95-9738-CE2D-8F08887A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7A3C2-B483-BA39-E816-0D3CD1497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B4602-69E3-0735-E4C0-004133E61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D76E1-35A1-0921-BF8D-1D765DD1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96CAA-0671-31D0-F5D3-D4497F47B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42344-544B-C1CE-E00E-8F2A2FD4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9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0C83-E162-877F-0D27-DD2B0E8C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773F9-203F-BF7F-4972-E9D92BC2A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F0116-A77A-6C93-2577-BF3579E92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B6479D-5195-852C-5275-E000263C1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45979-A0AF-489B-9FDA-9D8E1522B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22AE7-FDDE-16CC-B55A-E01741B0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FD409-4FA7-CFFD-7398-6977C041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71E88F-D6E2-C701-A30B-C4115E49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99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2A03-4D2F-1B65-7715-5F8E72EE2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63293-BF1B-E53C-F7F3-028828CF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BCD7B7-5357-4242-8F43-8320114B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9AB31-519C-CDDD-4DF1-BF7675FD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0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FFDC92-E532-5889-D2BE-C2175F0E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62E15-8CC0-80FD-302C-EB3EC94C6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400D9-C6BD-48D9-43AE-522C2827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8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22E4-0763-CC3A-B137-971D56034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6C574-25B4-5FC8-D62F-51C776F01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D604A-2377-1D4C-EE1F-9A1D2809B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4DD66-4DC1-ACF4-3258-A7D11846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E893E-9E44-9025-12D4-A0C42EC9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55D23-5A3B-B513-9F68-5935E8D3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2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453B-6B10-0983-90A8-6057B40B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D3850-3E14-E2D8-05DC-A9DD53F8B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1E131-7813-442E-E827-0AEE689AD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CC56A-A5D7-3839-6C45-D3993D47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097FE-E29E-E662-D1FD-79B80957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AE6B0-C48F-45F3-FA0D-7FF5DA33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7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2E58-183E-3824-8163-9A7DC2A2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F5AD8-FE79-C986-F94A-CE067F06F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D135-F7D0-E87C-643F-489B98001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714C7-8037-64F0-58F9-BB912EA6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558E8-7D04-1873-267D-D56BEDB0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2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6E1EA-7E16-4BD6-84AA-63DDDCC9B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B0AB2-ABD7-9621-B0A1-EBD9456E1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1AE2B-347E-ABB4-EA5B-057F608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16E0F-913D-09CD-35C1-146878AD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90FF8-46B7-40D3-BEC0-6F8AC34B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2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9676C-F0CB-5E6A-E693-DBCEB9A3F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75F9C-108F-B733-A6F5-7FDD77B0F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C04C9-11F5-B332-A5DE-6D4AD1FAF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9B33E-6815-4847-AE9C-F1946337157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04012-17E6-4A50-FAF2-FF4530C88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35A52-467E-E010-7DF1-F4C4E22D3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01AF5-5D49-4ED0-8864-11E9AE6CC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6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tif"/><Relationship Id="rId4" Type="http://schemas.openxmlformats.org/officeDocument/2006/relationships/image" Target="../media/image3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EF1994-8044-DCEE-7FB2-02475AD03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88" y="-439"/>
            <a:ext cx="4462409" cy="33468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563153-6632-D884-49AA-80CB4B073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979" y="0"/>
            <a:ext cx="4462409" cy="33468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0F07B3-3CC8-E4F3-91CA-E13185B1E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88" y="3519371"/>
            <a:ext cx="4450605" cy="33379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419B76-E120-DBFC-F0CA-83C734FD5C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977" y="3511744"/>
            <a:ext cx="4462411" cy="33468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4263DA-A22C-DB3F-42C4-0111B426C335}"/>
              </a:ext>
            </a:extLst>
          </p:cNvPr>
          <p:cNvSpPr txBox="1"/>
          <p:nvPr/>
        </p:nvSpPr>
        <p:spPr>
          <a:xfrm>
            <a:off x="1633591" y="2985448"/>
            <a:ext cx="215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Autumn </a:t>
            </a:r>
            <a:r>
              <a:rPr lang="en-US" b="1" dirty="0"/>
              <a:t>(n = 358)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C658A-2EDE-F840-26E4-5703BE0C266D}"/>
              </a:ext>
            </a:extLst>
          </p:cNvPr>
          <p:cNvSpPr txBox="1"/>
          <p:nvPr/>
        </p:nvSpPr>
        <p:spPr>
          <a:xfrm>
            <a:off x="6266985" y="2985448"/>
            <a:ext cx="3596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MTFWP hunt (n = 3655)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459A7-F9E2-7B4D-F50D-16D07E869554}"/>
              </a:ext>
            </a:extLst>
          </p:cNvPr>
          <p:cNvSpPr txBox="1"/>
          <p:nvPr/>
        </p:nvSpPr>
        <p:spPr>
          <a:xfrm>
            <a:off x="1633591" y="6462392"/>
            <a:ext cx="284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Between hunts (n = 4436)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55B6E-2E8F-EA99-EA69-2652056170BE}"/>
              </a:ext>
            </a:extLst>
          </p:cNvPr>
          <p:cNvSpPr txBox="1"/>
          <p:nvPr/>
        </p:nvSpPr>
        <p:spPr>
          <a:xfrm>
            <a:off x="6266984" y="6462392"/>
            <a:ext cx="3185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Bison hunt (n = 5523)</a:t>
            </a:r>
          </a:p>
        </p:txBody>
      </p:sp>
    </p:spTree>
    <p:extLst>
      <p:ext uri="{BB962C8B-B14F-4D97-AF65-F5344CB8AC3E}">
        <p14:creationId xmlns:p14="http://schemas.microsoft.com/office/powerpoint/2010/main" val="2757260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Cameron Ho</dc:creator>
  <cp:lastModifiedBy>Cameron Ho</cp:lastModifiedBy>
  <cp:revision>17</cp:revision>
  <dcterms:created xsi:type="dcterms:W3CDTF">2026-04-11T21:07:53Z</dcterms:created>
  <dcterms:modified xsi:type="dcterms:W3CDTF">2026-05-05T20:03:11Z</dcterms:modified>
</cp:coreProperties>
</file>